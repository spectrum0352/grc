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E178-9EAE-E6CE-965F-141365D13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B332E-81B1-2E30-2B41-CE3B57414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1AF3C-54F4-C349-2F2D-AF1E9C7D5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29E6F-B36E-FA3A-E19A-8CCD93B1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8690-711C-EB0D-EDEB-C1AECC77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07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7B12-7834-962F-91E7-8C74DF09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A6D60-0115-8624-B72B-C644FCC0E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274A7-6EBC-6A19-BB47-8446159C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5CCCE-B190-A5A5-22EC-CC3DB2F5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3F7-4CBD-19EC-1294-682F68B3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2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CE2A5-096D-9E8E-7E1A-EC9ED3E0E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5FB3E-F75C-974C-5B8D-D40520A6D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36186-ACD3-8C72-1E22-498055597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95F3C-9850-AE16-6751-FF731EA3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E66CD-0771-D62B-E0A8-D9F495D8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7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00A4-18BC-0183-8540-786CCB0E6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3712D-D436-0CB0-C553-0A8B27CF09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EC22E-6AAC-EE35-4C8F-342D8A5323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D04D07-2082-7293-858A-BF35A0B9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2344C-61AB-3B8A-0D4D-B0CF6AB9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90F3C-EF4C-4562-15DD-52253D31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08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8E84A-0C20-C925-D58E-18EE16F1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81B4D-7A7E-E793-328C-0CA3D66C9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D524D-13AD-6D35-A5B5-3A8D2A02C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1847B0-9012-E041-CD3D-29FF55A611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F46B8-7C78-7A45-B3DA-87C54788C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65C73-BDEE-D54F-72AF-50CEBB63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F8C73-B286-F455-35B4-E7F878C5C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954A-45FE-212D-809C-4DBF79D1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53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62C8-5214-0511-0EEA-C2EFB96A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DB3D-ABB5-8C50-B0F5-2F6F75AB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F97FB-AA15-0FE9-C965-B17D83A00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A4DDE-6C4B-F5D9-6209-32E4EE62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350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D6D40-7886-A094-3DAE-6321F7BD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0774C0-A460-B8F8-2941-971F57BE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0486C-FC59-42DE-AB1A-E4E3C5AA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2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BA2D-FC41-D4D8-4540-1F4E4B67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5A99B-D546-3FFA-2500-5CFACA539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AE9F47-7010-BC6B-B3F2-DB21AC3DB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92DA5-4623-6E67-E40E-1119B707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6E2A5-A33C-CF08-6B26-C09ABFD5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40B75-5030-BE19-10DB-261CD77C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61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FA12B-7141-0C7C-8897-620F80ED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75CE74-73FA-515D-A054-51EBD9883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B5B39-B7B7-1350-ACFA-86DB3B8E3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5B0C1-E72D-2C07-F982-4E83C2FAE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2B9D0-E5B3-73C2-96BA-1EF013428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6EF7D-F679-E25C-F99F-77B0C5AB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0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7516-F6FE-4EDD-8E7A-26857E67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635EB-E4D0-788A-1AD2-E28E24782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0589E-E38A-B1E2-10CE-097975D5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E12ED-FCAE-DEBC-737F-253608C0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B0AA-B50B-3C63-13FF-4C7829186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2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9A96D-3752-5795-B79C-D79969DBE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A676F-D61E-684F-5B22-984A0025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B6D1E-174D-22EB-DF68-51FBCE76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D7CF3-F311-6EF6-8118-D48B4419E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5B022-A805-B414-5509-A9107C95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59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08047-8BC4-5745-117F-3B986277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D8FAC-D00F-E460-D9C7-207A289B3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BA1D1-E654-A722-1D28-ABC7B2967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D0E3B-D452-48A5-A678-587F3D1CFDEB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B2D98-4675-22DA-44B9-5D2E3F333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7DC4D-691D-7B0D-7B44-9BE38C826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DBDFC-6A2B-4703-9E1A-B47B80D99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89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15EB-02B7-5D67-8FA4-3A1588B48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Change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EE2F8-61A6-3A72-6751-797CB3069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Cyber security</a:t>
            </a:r>
          </a:p>
        </p:txBody>
      </p:sp>
    </p:spTree>
    <p:extLst>
      <p:ext uri="{BB962C8B-B14F-4D97-AF65-F5344CB8AC3E}">
        <p14:creationId xmlns:p14="http://schemas.microsoft.com/office/powerpoint/2010/main" val="4200440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0C1F80-F77F-6306-DBA3-93CF57CE3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54" y="167081"/>
            <a:ext cx="9801443" cy="63691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6304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Change Request Lead Time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5719DD-B589-C6B1-3683-A81FDED9F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547550"/>
              </p:ext>
            </p:extLst>
          </p:nvPr>
        </p:nvGraphicFramePr>
        <p:xfrm>
          <a:off x="437508" y="960120"/>
          <a:ext cx="10515600" cy="54864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45404">
                  <a:extLst>
                    <a:ext uri="{9D8B030D-6E8A-4147-A177-3AD203B41FA5}">
                      <a16:colId xmlns:a16="http://schemas.microsoft.com/office/drawing/2014/main" val="3975081446"/>
                    </a:ext>
                  </a:extLst>
                </a:gridCol>
                <a:gridCol w="3712396">
                  <a:extLst>
                    <a:ext uri="{9D8B030D-6E8A-4147-A177-3AD203B41FA5}">
                      <a16:colId xmlns:a16="http://schemas.microsoft.com/office/drawing/2014/main" val="8225843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961385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46620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Priority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Risk Level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Initiation Lead Time (days)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Approval Lead Time (days)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066617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Emergency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High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3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3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12742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Moderate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2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2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949433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Low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-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95262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No Risk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088750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Urgent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High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6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3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86710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Moderate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4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2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6023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Low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2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17409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No Risk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754711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Routine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High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20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10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97885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Moderate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15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7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23250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Low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10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5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37571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No Risk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5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3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074381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 </a:t>
                      </a:r>
                    </a:p>
                    <a:p>
                      <a:pPr>
                        <a:buNone/>
                      </a:pPr>
                      <a:r>
                        <a:rPr lang="en-IN" sz="2000" kern="100">
                          <a:effectLst/>
                        </a:rPr>
                        <a:t>Low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High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25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15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90966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Moderate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20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10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71253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Low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15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10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575656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No Risk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>
                          <a:effectLst/>
                        </a:rPr>
                        <a:t>7</a:t>
                      </a:r>
                      <a:endParaRPr lang="en-IN" sz="2000" kern="10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kern="100" dirty="0">
                          <a:effectLst/>
                        </a:rPr>
                        <a:t>5</a:t>
                      </a:r>
                      <a:endParaRPr lang="en-IN" sz="2000" kern="100" dirty="0">
                        <a:effectLst/>
                        <a:latin typeface="Segoe UI" panose="020B0502040204020203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4999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186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Change Management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7BE48-0A2C-75EB-EDE6-9DD21F5E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95" y="1054789"/>
            <a:ext cx="8863330" cy="43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79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Censys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Assessing attack surface for devices connected to internet</a:t>
            </a:r>
          </a:p>
        </p:txBody>
      </p:sp>
    </p:spTree>
    <p:extLst>
      <p:ext uri="{BB962C8B-B14F-4D97-AF65-F5344CB8AC3E}">
        <p14:creationId xmlns:p14="http://schemas.microsoft.com/office/powerpoint/2010/main" val="3126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Hunter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email addresses belong to website</a:t>
            </a:r>
          </a:p>
        </p:txBody>
      </p:sp>
    </p:spTree>
    <p:extLst>
      <p:ext uri="{BB962C8B-B14F-4D97-AF65-F5344CB8AC3E}">
        <p14:creationId xmlns:p14="http://schemas.microsoft.com/office/powerpoint/2010/main" val="2372595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Fofa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threat intelligence</a:t>
            </a:r>
          </a:p>
        </p:txBody>
      </p:sp>
    </p:spTree>
    <p:extLst>
      <p:ext uri="{BB962C8B-B14F-4D97-AF65-F5344CB8AC3E}">
        <p14:creationId xmlns:p14="http://schemas.microsoft.com/office/powerpoint/2010/main" val="375268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Zoomeye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Gather information about targets</a:t>
            </a:r>
          </a:p>
        </p:txBody>
      </p:sp>
    </p:spTree>
    <p:extLst>
      <p:ext uri="{BB962C8B-B14F-4D97-AF65-F5344CB8AC3E}">
        <p14:creationId xmlns:p14="http://schemas.microsoft.com/office/powerpoint/2010/main" val="2704824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LeakIX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publicly indexed information</a:t>
            </a:r>
          </a:p>
        </p:txBody>
      </p:sp>
    </p:spTree>
    <p:extLst>
      <p:ext uri="{BB962C8B-B14F-4D97-AF65-F5344CB8AC3E}">
        <p14:creationId xmlns:p14="http://schemas.microsoft.com/office/powerpoint/2010/main" val="335433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IntelligenceX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Tor, I2P, data leaks, domains and emails</a:t>
            </a:r>
          </a:p>
        </p:txBody>
      </p:sp>
    </p:spTree>
    <p:extLst>
      <p:ext uri="{BB962C8B-B14F-4D97-AF65-F5344CB8AC3E}">
        <p14:creationId xmlns:p14="http://schemas.microsoft.com/office/powerpoint/2010/main" val="1448836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Netlas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and monitor internet connected devices</a:t>
            </a:r>
          </a:p>
        </p:txBody>
      </p:sp>
    </p:spTree>
    <p:extLst>
      <p:ext uri="{BB962C8B-B14F-4D97-AF65-F5344CB8AC3E}">
        <p14:creationId xmlns:p14="http://schemas.microsoft.com/office/powerpoint/2010/main" val="2011388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UrlScan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Free service to scan and analyse website. </a:t>
            </a:r>
          </a:p>
        </p:txBody>
      </p:sp>
    </p:spTree>
    <p:extLst>
      <p:ext uri="{BB962C8B-B14F-4D97-AF65-F5344CB8AC3E}">
        <p14:creationId xmlns:p14="http://schemas.microsoft.com/office/powerpoint/2010/main" val="545348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Publicwww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Marketing and affiliate marketing research</a:t>
            </a:r>
          </a:p>
        </p:txBody>
      </p:sp>
    </p:spTree>
    <p:extLst>
      <p:ext uri="{BB962C8B-B14F-4D97-AF65-F5344CB8AC3E}">
        <p14:creationId xmlns:p14="http://schemas.microsoft.com/office/powerpoint/2010/main" val="330165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FullHunt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and discover attack surface.</a:t>
            </a:r>
          </a:p>
        </p:txBody>
      </p:sp>
    </p:spTree>
    <p:extLst>
      <p:ext uri="{BB962C8B-B14F-4D97-AF65-F5344CB8AC3E}">
        <p14:creationId xmlns:p14="http://schemas.microsoft.com/office/powerpoint/2010/main" val="3891033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 err="1">
                <a:latin typeface="+mn-lt"/>
              </a:rPr>
              <a:t>CRTsh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certs that have been logged by CT.</a:t>
            </a:r>
          </a:p>
        </p:txBody>
      </p:sp>
    </p:spTree>
    <p:extLst>
      <p:ext uri="{BB962C8B-B14F-4D97-AF65-F5344CB8AC3E}">
        <p14:creationId xmlns:p14="http://schemas.microsoft.com/office/powerpoint/2010/main" val="2796808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LeakIX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publicly indexed information</a:t>
            </a:r>
          </a:p>
        </p:txBody>
      </p:sp>
    </p:spTree>
    <p:extLst>
      <p:ext uri="{BB962C8B-B14F-4D97-AF65-F5344CB8AC3E}">
        <p14:creationId xmlns:p14="http://schemas.microsoft.com/office/powerpoint/2010/main" val="130129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LeakIX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publicly indexed information</a:t>
            </a:r>
          </a:p>
        </p:txBody>
      </p:sp>
    </p:spTree>
    <p:extLst>
      <p:ext uri="{BB962C8B-B14F-4D97-AF65-F5344CB8AC3E}">
        <p14:creationId xmlns:p14="http://schemas.microsoft.com/office/powerpoint/2010/main" val="819907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LeakIX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publicly indexed information</a:t>
            </a:r>
          </a:p>
        </p:txBody>
      </p:sp>
    </p:spTree>
    <p:extLst>
      <p:ext uri="{BB962C8B-B14F-4D97-AF65-F5344CB8AC3E}">
        <p14:creationId xmlns:p14="http://schemas.microsoft.com/office/powerpoint/2010/main" val="2077593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9E7B-41B7-8646-AD1F-E5F7259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7" y="106708"/>
            <a:ext cx="11953460" cy="5743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LeakIX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A354-6246-AEEC-BE84-2DC4B20AA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7" y="805070"/>
            <a:ext cx="11953460" cy="5946222"/>
          </a:xfrm>
        </p:spPr>
        <p:txBody>
          <a:bodyPr>
            <a:normAutofit/>
          </a:bodyPr>
          <a:lstStyle/>
          <a:p>
            <a:r>
              <a:rPr lang="en-IN" dirty="0"/>
              <a:t>Search for publicly indexed information</a:t>
            </a:r>
          </a:p>
        </p:txBody>
      </p:sp>
    </p:spTree>
    <p:extLst>
      <p:ext uri="{BB962C8B-B14F-4D97-AF65-F5344CB8AC3E}">
        <p14:creationId xmlns:p14="http://schemas.microsoft.com/office/powerpoint/2010/main" val="2899190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196</Words>
  <Application>Microsoft Office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Segoe UI</vt:lpstr>
      <vt:lpstr>Office Theme</vt:lpstr>
      <vt:lpstr>Change management</vt:lpstr>
      <vt:lpstr>PowerPoint Presentation</vt:lpstr>
      <vt:lpstr>Change Request Lead Time</vt:lpstr>
      <vt:lpstr>Change Management Flow</vt:lpstr>
      <vt:lpstr>Censys</vt:lpstr>
      <vt:lpstr>Hunter</vt:lpstr>
      <vt:lpstr>Fofa</vt:lpstr>
      <vt:lpstr>Zoomeye</vt:lpstr>
      <vt:lpstr>LeakIX</vt:lpstr>
      <vt:lpstr>IntelligenceX</vt:lpstr>
      <vt:lpstr>Netlas</vt:lpstr>
      <vt:lpstr>UrlScan</vt:lpstr>
      <vt:lpstr>Publicwww</vt:lpstr>
      <vt:lpstr>FullHunt</vt:lpstr>
      <vt:lpstr>CRTsh</vt:lpstr>
      <vt:lpstr>LeakIX</vt:lpstr>
      <vt:lpstr>LeakIX</vt:lpstr>
      <vt:lpstr>LeakIX</vt:lpstr>
      <vt:lpstr>LeakIX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 Tools</dc:title>
  <dc:creator>sandeep jadhav</dc:creator>
  <cp:lastModifiedBy>sandeep j0352</cp:lastModifiedBy>
  <cp:revision>30</cp:revision>
  <dcterms:created xsi:type="dcterms:W3CDTF">2023-04-18T10:14:14Z</dcterms:created>
  <dcterms:modified xsi:type="dcterms:W3CDTF">2026-02-21T17:16:47Z</dcterms:modified>
</cp:coreProperties>
</file>